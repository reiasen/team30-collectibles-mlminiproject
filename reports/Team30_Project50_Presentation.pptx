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  <a:latin typeface="Aptos Display"/>
              </a:defRPr>
            </a:pPr>
            <a:r>
              <a:t>Application of Machine Learning Methods to Evaluate Collectibles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UE24CS352A • Team 30 • Project ID 50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Real curated Funko Pop! collectible metadata • Five-tier price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A0B4"/>
                </a:solidFill>
              </a:defRPr>
            </a:pPr>
            <a:r>
              <a:t>TEAM 30  •  MACHINE LEARNING MINI-PROJECT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  <a:latin typeface="Aptos Display"/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Collectible prices vary substantially across products.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Goal: classify products into five relative price tiers using metadata.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Reference framing: Stanford CS229 report by Xiaotian Lu (2021).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A0B4"/>
                </a:solidFill>
              </a:defRPr>
            </a:pPr>
            <a:r>
              <a:t>TEAM 30  •  MACHINE LEARNING MINI-PROJECT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  <a:latin typeface="Aptos Display"/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Source: original author's CS229 repository and data_curated.csv.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359 unique products in our local cleaned run.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Anime 198 • Marvel 69 • Ad Icons 44 • Disney 37 • Game of Thrones 11.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Target field: average_sale_price; tiers derived from training-set quantiles.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A0B4"/>
                </a:solidFill>
              </a:defRPr>
            </a:pPr>
            <a:r>
              <a:t>TEAM 30  •  MACHINE LEARNING MINI-PROJECT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  <a:latin typeface="Aptos Display"/>
              </a:defRPr>
            </a:pPr>
            <a:r>
              <a:t>Data Preparation &amp;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Remove missing product/category/price records and non-positive prices.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Aggregate repeated product names using median price.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Use category, material, special version, release/search information where available.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Add name flags for terms such as Metallic, Glow, Chase, Exclusive and SDCC.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A0B4"/>
                </a:solidFill>
              </a:defRPr>
            </a:pPr>
            <a:r>
              <a:t>TEAM 30  •  MACHINE LEARNING MINI-PROJECT  •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  <a:latin typeface="Aptos Display"/>
              </a:defRPr>
            </a:pPr>
            <a:r>
              <a:t>Models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Majority-class baseline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Linear SVM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RBF SVM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Decision Tree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Bagged Trees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Random Forest</a:t>
            </a:r>
          </a:p>
          <a:p>
            <a:pPr>
              <a:spcAft>
                <a:spcPts val="1400"/>
              </a:spcAft>
              <a:defRPr sz="1600">
                <a:solidFill>
                  <a:srgbClr val="DCE8F0"/>
                </a:solidFill>
                <a:latin typeface="Aptos"/>
              </a:defRPr>
            </a:pPr>
            <a:r>
              <a:t>Evaluation: held-out test set of 90 products; accuracy, balanced accuracy, macro-F1 and weighted-F1.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A0B4"/>
                </a:solidFill>
              </a:defRPr>
            </a:pPr>
            <a:r>
              <a:t>TEAM 30  •  MACHINE LEARNING MINI-PROJECT  •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  <a:latin typeface="Aptos Display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RBF SVM: accuracy 37.78%, macro-F1 0.3448.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Random Forest: accuracy 36.67%, balanced accuracy 0.3493.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Majority baseline accuracy: 23.33%.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RBF SVM leads on macro-F1; Random Forest narrowly leads on balanced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A0B4"/>
                </a:solidFill>
              </a:defRPr>
            </a:pPr>
            <a:r>
              <a:t>TEAM 30  •  MACHINE LEARNING MINI-PROJECT  •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  <a:latin typeface="Aptos Display"/>
              </a:defRPr>
            </a:pPr>
            <a: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RBF SVM correctly classified 34/90 test products.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Tier 5 recall: 60.9%; Tier 1 recall: 47.6%.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Tier 3 and Tier 4 recall: 21.4% and 21.1%.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Middle tiers are harder to separate; performance is modest.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A0B4"/>
                </a:solidFill>
              </a:defRPr>
            </a:pPr>
            <a:r>
              <a:t>TEAM 30  •  MACHINE LEARNING MINI-PROJECT  •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  <a:latin typeface="Aptos Display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DCE8F0"/>
                </a:solidFill>
                <a:latin typeface="Aptos"/>
              </a:defRPr>
            </a:pPr>
            <a:r>
              <a:t>Run: python -m src.predict --name "Funko Pop Animation Dragon Ball Z Beerus Metallic SDCC Figure 120" --category Anime --material Metallic --special-version "San Diego Comic Con"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Observed output: predicted relative price tier 5/5.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This is not an exact price 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A0B4"/>
                </a:solidFill>
              </a:defRPr>
            </a:pPr>
            <a:r>
              <a:t>TEAM 30  •  MACHINE LEARNING MINI-PROJECT  •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  <a:latin typeface="Aptos Display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Paper reports 358 products; our run has 359 and Ad Icons count differs by one.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Verify source data definition and terms; don't claim exact reproduction.</a:t>
            </a:r>
          </a:p>
          <a:p>
            <a:pPr>
              <a:spcAft>
                <a:spcPts val="1400"/>
              </a:spcAft>
              <a:defRPr sz="1600">
                <a:solidFill>
                  <a:srgbClr val="DCE8F0"/>
                </a:solidFill>
                <a:latin typeface="Aptos"/>
              </a:defRPr>
            </a:pPr>
            <a:r>
              <a:t>Use repeated stratified CV / robust validation, inspect leakage, improve metadata and test on new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A0B4"/>
                </a:solidFill>
              </a:defRPr>
            </a:pPr>
            <a:r>
              <a:t>TEAM 30  •  MACHINE LEARNING MINI-PROJECT  •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0F8FF"/>
                </a:solidFill>
                <a:latin typeface="Aptos Display"/>
              </a:defRPr>
            </a:pPr>
            <a:r>
              <a:t>Conclusion &amp;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DCE8F0"/>
                </a:solidFill>
                <a:latin typeface="Aptos"/>
              </a:defRPr>
            </a:pPr>
            <a:r>
              <a:t>SVM and tree ensembles beat the majority baseline on this split, but results are not strong enough to claim reliable market predictions.</a:t>
            </a:r>
          </a:p>
          <a:p>
            <a:pPr>
              <a:spcAft>
                <a:spcPts val="1400"/>
              </a:spcAft>
              <a:defRPr sz="1600">
                <a:solidFill>
                  <a:srgbClr val="DCE8F0"/>
                </a:solidFill>
                <a:latin typeface="Aptos"/>
              </a:defRPr>
            </a:pPr>
            <a:r>
              <a:t>Lu, X. (2021). Application of Machine Learning Methods to Evaluate Collectibles. Stanford CS229.</a:t>
            </a:r>
          </a:p>
          <a:p>
            <a:pPr>
              <a:spcAft>
                <a:spcPts val="1400"/>
              </a:spcAft>
              <a:defRPr sz="2000">
                <a:solidFill>
                  <a:srgbClr val="DCE8F0"/>
                </a:solidFill>
                <a:latin typeface="Aptos"/>
              </a:defRPr>
            </a:pPr>
            <a:r>
              <a:t>https://cs229.stanford.edu/proj2021spr/report2/81980743.pdf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A0B4"/>
                </a:solidFill>
              </a:defRPr>
            </a:pPr>
            <a:r>
              <a:t>TEAM 30  •  MACHINE LEARNING MINI-PROJECT  •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